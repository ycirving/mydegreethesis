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5" r:id="rId9"/>
    <p:sldId id="266" r:id="rId10"/>
    <p:sldId id="263" r:id="rId11"/>
    <p:sldId id="268" r:id="rId12"/>
    <p:sldId id="270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67" r:id="rId21"/>
    <p:sldId id="27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3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0F668-B3D7-4D8B-9E28-73271851CF3B}" type="datetimeFigureOut">
              <a:rPr lang="zh-CN" altLang="en-US" smtClean="0"/>
              <a:t>2020/4/5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5B875F-EA19-4B1C-A9FF-1E067500577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124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717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336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778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8974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437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345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621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482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2.7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193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2.8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6719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2.9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752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2.10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95816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2.11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7256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2.12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262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2.13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06742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2.14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25543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2.15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259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2.16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5B875F-EA19-4B1C-A9FF-1E067500577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905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393A5-66FB-4B17-9AC6-2AAEEAD16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4959670-ACDD-44EF-8C88-7615A39E50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202DFA-16C3-4496-B1E4-163139254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011-421F-4611-8195-64C6EE6CB746}" type="datetimeFigureOut">
              <a:rPr lang="zh-CN" altLang="en-US" smtClean="0"/>
              <a:t>2020/4/5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1E185B-5997-4D5F-B74B-D5A934311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0D1589-E929-4E78-A8A7-8F21BB9C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1E25-A5A0-4232-A2CD-6F7DF1134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20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36843F-F03B-4416-8318-352DA50D1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CBAF4A-913B-4F0E-B39F-638BA9584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F17203-222E-428F-A152-F8D70E5F1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011-421F-4611-8195-64C6EE6CB746}" type="datetimeFigureOut">
              <a:rPr lang="zh-CN" altLang="en-US" smtClean="0"/>
              <a:t>2020/4/5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41179-ECB0-44EC-8DD8-8ABA7AC0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8A2BFC-8592-46B0-BD14-EF6CC492B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1E25-A5A0-4232-A2CD-6F7DF1134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69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1D2765-62D2-46EF-9C79-F2D4C5476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1FD95B-9086-488C-ACA0-6516375F2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956A3A-666D-49E7-BDFC-2002BE0B8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011-421F-4611-8195-64C6EE6CB746}" type="datetimeFigureOut">
              <a:rPr lang="zh-CN" altLang="en-US" smtClean="0"/>
              <a:t>2020/4/5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ED149B-DF3F-4831-9F5D-9DC602736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12D671-B7DE-415B-8546-86A521EA7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1E25-A5A0-4232-A2CD-6F7DF1134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80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68A04-2810-4181-9FA0-FA987123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245260-9964-4983-8CE3-20D4F3DBD8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738F5D1-BE5D-4032-80ED-2DA910647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34679C-7C96-4A6E-B1DF-FCD3C29E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011-421F-4611-8195-64C6EE6CB746}" type="datetimeFigureOut">
              <a:rPr lang="zh-CN" altLang="en-US" smtClean="0"/>
              <a:t>2020/4/5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F6BFAD-C518-49B7-B2F4-E8A8875FA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3D7C7C-0256-4945-B797-7015981F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1E25-A5A0-4232-A2CD-6F7DF1134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655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6B4A8-CBC8-41C3-9556-61DEEC6EA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834FF2-C67B-46C7-95F7-DCEE7C58E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83923AF-5300-4314-B8AD-432E20C16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5C51D25-C848-478A-AB6B-9F6249AD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3F55848-3246-4DF5-B19D-1E187D0EF9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94ADE2-9ED0-4E1D-9A7A-6EE012FB9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011-421F-4611-8195-64C6EE6CB746}" type="datetimeFigureOut">
              <a:rPr lang="zh-CN" altLang="en-US" smtClean="0"/>
              <a:t>2020/4/5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7E38D9-84BA-4242-9C40-873D6B503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765D1DB-F95C-487E-AB7E-BE8CD2E4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1E25-A5A0-4232-A2CD-6F7DF1134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221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580BE-4573-4EFA-991F-ED2AC35F3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648384-5ECE-4055-B000-523488521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011-421F-4611-8195-64C6EE6CB746}" type="datetimeFigureOut">
              <a:rPr lang="zh-CN" altLang="en-US" smtClean="0"/>
              <a:t>2020/4/5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AD61DE-1F29-4849-82A2-FACEF28FA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E7173A-420A-49E3-9AC0-422F143E7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1E25-A5A0-4232-A2CD-6F7DF1134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429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461E1B-6FE1-4E43-9696-A04EAF3E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011-421F-4611-8195-64C6EE6CB746}" type="datetimeFigureOut">
              <a:rPr lang="zh-CN" altLang="en-US" smtClean="0"/>
              <a:t>2020/4/5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9D034F-7C3B-4BE2-8E48-F452FC6B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C47B13-72F4-494C-ADEB-59D3A693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1E25-A5A0-4232-A2CD-6F7DF1134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6731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4E20D-0F50-42D1-B81C-E43415C8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CE531D-243F-43F9-B9AC-1A9A2EA5A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CCB827-2D32-4A2A-8629-758BF2CD3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3BD436-8ED1-45E5-A3B3-838F550D7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011-421F-4611-8195-64C6EE6CB746}" type="datetimeFigureOut">
              <a:rPr lang="zh-CN" altLang="en-US" smtClean="0"/>
              <a:t>2020/4/5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53CF9C-E5FB-4963-98BB-7B81A1CD0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E3CC2D-EF1C-45BA-AC17-C2853FC6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1E25-A5A0-4232-A2CD-6F7DF1134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550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820814-D143-43B0-8B7E-9B2C7D13A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24610F9-5857-41F9-97BD-CD28F15FD9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FF6C93-F8CD-4066-A00D-346EEB4405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FF484B-74A3-4A51-98AA-C8FAD0FCA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011-421F-4611-8195-64C6EE6CB746}" type="datetimeFigureOut">
              <a:rPr lang="zh-CN" altLang="en-US" smtClean="0"/>
              <a:t>2020/4/5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2FA968-D2FD-4774-8C97-E422082ED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0729CCB-1AE6-4A41-9772-3A6574D1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1E25-A5A0-4232-A2CD-6F7DF1134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114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73340-3C6E-4188-9403-A97244BEB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6D0AF0-2067-4CAE-A83D-C9818EFAB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7E8958-FB71-4CF0-99A5-5F00C4609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011-421F-4611-8195-64C6EE6CB746}" type="datetimeFigureOut">
              <a:rPr lang="zh-CN" altLang="en-US" smtClean="0"/>
              <a:t>2020/4/5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6C962D-F7D2-4542-A37A-8482438A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38B1C4-7D3C-45D5-B5E4-B0B282CF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1E25-A5A0-4232-A2CD-6F7DF1134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9998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7E4D97E-8A74-4EB4-86AB-2018C4111D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22CBDB-FD4F-488D-A9BA-1A69CB607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D453AE-B03B-4529-AFA1-2A47AF8D3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011-421F-4611-8195-64C6EE6CB746}" type="datetimeFigureOut">
              <a:rPr lang="zh-CN" altLang="en-US" smtClean="0"/>
              <a:t>2020/4/5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419F19-07AA-4F3A-AB7C-93404F47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F6F0A2-64E8-4276-9322-BA92F55B6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1E25-A5A0-4232-A2CD-6F7DF1134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877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5078754-06ED-4939-9CAA-0767BC921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58A94CC-39F2-4477-A7E5-0F5111F05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48762E-0349-40B2-8DA7-4D5BE3CB9E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F3011-421F-4611-8195-64C6EE6CB746}" type="datetimeFigureOut">
              <a:rPr lang="zh-CN" altLang="en-US" smtClean="0"/>
              <a:t>2020/4/5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5271C5-F508-4167-BA6A-4FA412771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5A2A2A-1D5B-486E-A8A5-7F3CD96BF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F1E25-A5A0-4232-A2CD-6F7DF11349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76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971B1B-AF6C-4A78-A275-CD435BB410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毕业论文插图画布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778B939-8A6A-4C3E-BF3E-09E0921C29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子图序号的字号统一为</a:t>
            </a:r>
            <a:r>
              <a:rPr lang="en-US" altLang="zh-CN" dirty="0"/>
              <a:t>18</a:t>
            </a:r>
            <a:r>
              <a:rPr lang="zh-CN" altLang="en-US" dirty="0"/>
              <a:t>，字体为新罗马</a:t>
            </a:r>
            <a:endParaRPr lang="en-US" altLang="zh-CN" dirty="0"/>
          </a:p>
          <a:p>
            <a:r>
              <a:rPr lang="zh-CN" altLang="en-US" dirty="0"/>
              <a:t>另外注意不要截到有道词典的标</a:t>
            </a:r>
          </a:p>
        </p:txBody>
      </p:sp>
    </p:spTree>
    <p:extLst>
      <p:ext uri="{BB962C8B-B14F-4D97-AF65-F5344CB8AC3E}">
        <p14:creationId xmlns:p14="http://schemas.microsoft.com/office/powerpoint/2010/main" val="3774586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5290172-98DC-465C-9B95-96722EEB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第一章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0CA8F9D-DB1D-4C9B-837B-0505C0057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294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FDD2CBB-9079-4DF9-93B9-50924DF8E6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75"/>
          <a:stretch/>
        </p:blipFill>
        <p:spPr bwMode="auto">
          <a:xfrm>
            <a:off x="4274754" y="2144764"/>
            <a:ext cx="3950678" cy="2055874"/>
          </a:xfrm>
          <a:prstGeom prst="rect">
            <a:avLst/>
          </a:prstGeom>
          <a:noFill/>
          <a:ln w="127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62E61CF-404C-4038-9863-503C3E5AABD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" b="262"/>
          <a:stretch/>
        </p:blipFill>
        <p:spPr>
          <a:xfrm>
            <a:off x="8476239" y="795310"/>
            <a:ext cx="2877561" cy="497045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DA67048C-D00C-44C7-AC55-79CE819C97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386" y="797091"/>
            <a:ext cx="2877561" cy="496867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graphicFrame>
        <p:nvGraphicFramePr>
          <p:cNvPr id="18" name="表格 18">
            <a:extLst>
              <a:ext uri="{FF2B5EF4-FFF2-40B4-BE49-F238E27FC236}">
                <a16:creationId xmlns:a16="http://schemas.microsoft.com/office/drawing/2014/main" id="{3DD01044-40D6-4543-8A8D-FE3D6348F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362813"/>
              </p:ext>
            </p:extLst>
          </p:nvPr>
        </p:nvGraphicFramePr>
        <p:xfrm>
          <a:off x="1146386" y="5765762"/>
          <a:ext cx="1020741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4771">
                  <a:extLst>
                    <a:ext uri="{9D8B030D-6E8A-4147-A177-3AD203B41FA5}">
                      <a16:colId xmlns:a16="http://schemas.microsoft.com/office/drawing/2014/main" val="1402480208"/>
                    </a:ext>
                  </a:extLst>
                </a:gridCol>
                <a:gridCol w="4450814">
                  <a:extLst>
                    <a:ext uri="{9D8B030D-6E8A-4147-A177-3AD203B41FA5}">
                      <a16:colId xmlns:a16="http://schemas.microsoft.com/office/drawing/2014/main" val="4261842004"/>
                    </a:ext>
                  </a:extLst>
                </a:gridCol>
                <a:gridCol w="2881828">
                  <a:extLst>
                    <a:ext uri="{9D8B030D-6E8A-4147-A177-3AD203B41FA5}">
                      <a16:colId xmlns:a16="http://schemas.microsoft.com/office/drawing/2014/main" val="2725893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(c)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07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2397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84A4EC-0831-4EFA-A6A4-447AC36A67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978" y="1625599"/>
            <a:ext cx="6212044" cy="2989045"/>
          </a:xfrm>
          <a:prstGeom prst="rect">
            <a:avLst/>
          </a:prstGeom>
        </p:spPr>
      </p:pic>
      <p:graphicFrame>
        <p:nvGraphicFramePr>
          <p:cNvPr id="4" name="表格 18">
            <a:extLst>
              <a:ext uri="{FF2B5EF4-FFF2-40B4-BE49-F238E27FC236}">
                <a16:creationId xmlns:a16="http://schemas.microsoft.com/office/drawing/2014/main" id="{098794F6-705F-4997-BD25-81333B98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12970"/>
              </p:ext>
            </p:extLst>
          </p:nvPr>
        </p:nvGraphicFramePr>
        <p:xfrm>
          <a:off x="2989978" y="4614644"/>
          <a:ext cx="62120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6022">
                  <a:extLst>
                    <a:ext uri="{9D8B030D-6E8A-4147-A177-3AD203B41FA5}">
                      <a16:colId xmlns:a16="http://schemas.microsoft.com/office/drawing/2014/main" val="1402480208"/>
                    </a:ext>
                  </a:extLst>
                </a:gridCol>
                <a:gridCol w="3106022">
                  <a:extLst>
                    <a:ext uri="{9D8B030D-6E8A-4147-A177-3AD203B41FA5}">
                      <a16:colId xmlns:a16="http://schemas.microsoft.com/office/drawing/2014/main" val="4261842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07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4928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5290172-98DC-465C-9B95-96722EEB7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第二章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0CA8F9D-DB1D-4C9B-837B-0505C0057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14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350C75D-744A-4267-8A16-3735DEF6F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54" y="2145209"/>
            <a:ext cx="5597603" cy="256758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8B26193D-335B-467E-8EA3-42AB220B9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5893" y="2145209"/>
            <a:ext cx="4355717" cy="2567581"/>
          </a:xfrm>
          <a:prstGeom prst="rect">
            <a:avLst/>
          </a:prstGeom>
        </p:spPr>
      </p:pic>
      <p:graphicFrame>
        <p:nvGraphicFramePr>
          <p:cNvPr id="5" name="表格 18">
            <a:extLst>
              <a:ext uri="{FF2B5EF4-FFF2-40B4-BE49-F238E27FC236}">
                <a16:creationId xmlns:a16="http://schemas.microsoft.com/office/drawing/2014/main" id="{522CDBDF-13EF-4CB2-89EF-4C8FB5E333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9135929"/>
              </p:ext>
            </p:extLst>
          </p:nvPr>
        </p:nvGraphicFramePr>
        <p:xfrm>
          <a:off x="877454" y="4712790"/>
          <a:ext cx="100641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97238">
                  <a:extLst>
                    <a:ext uri="{9D8B030D-6E8A-4147-A177-3AD203B41FA5}">
                      <a16:colId xmlns:a16="http://schemas.microsoft.com/office/drawing/2014/main" val="1402480208"/>
                    </a:ext>
                  </a:extLst>
                </a:gridCol>
                <a:gridCol w="4466918">
                  <a:extLst>
                    <a:ext uri="{9D8B030D-6E8A-4147-A177-3AD203B41FA5}">
                      <a16:colId xmlns:a16="http://schemas.microsoft.com/office/drawing/2014/main" val="4261842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07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8638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FFCC5FB-C799-4100-9F57-8B1870098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757" y="2237822"/>
            <a:ext cx="6161905" cy="27333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D80C1C3-BD5F-4C1B-9431-5DE496351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9535" y="2237822"/>
            <a:ext cx="4266667" cy="29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433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E4C445D-3A1F-4B1F-8487-9DA728D61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37" y="1883537"/>
            <a:ext cx="5776154" cy="341410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D7A8C60-8EFA-4A39-BDEC-3E33A46967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991" y="2325743"/>
            <a:ext cx="4895238" cy="29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23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F104BD8-01C6-4C4C-8C47-44230059A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769" y="2242342"/>
            <a:ext cx="4896939" cy="26322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70CCC53-A8C3-4344-9D85-3E00F8C90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64" y="2505147"/>
            <a:ext cx="6821006" cy="2369464"/>
          </a:xfrm>
          <a:prstGeom prst="rect">
            <a:avLst/>
          </a:prstGeom>
        </p:spPr>
      </p:pic>
      <p:graphicFrame>
        <p:nvGraphicFramePr>
          <p:cNvPr id="7" name="表格 18">
            <a:extLst>
              <a:ext uri="{FF2B5EF4-FFF2-40B4-BE49-F238E27FC236}">
                <a16:creationId xmlns:a16="http://schemas.microsoft.com/office/drawing/2014/main" id="{FD183426-ED5E-4F20-8B5D-3083B2348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360786"/>
              </p:ext>
            </p:extLst>
          </p:nvPr>
        </p:nvGraphicFramePr>
        <p:xfrm>
          <a:off x="92364" y="4874611"/>
          <a:ext cx="1187434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0327">
                  <a:extLst>
                    <a:ext uri="{9D8B030D-6E8A-4147-A177-3AD203B41FA5}">
                      <a16:colId xmlns:a16="http://schemas.microsoft.com/office/drawing/2014/main" val="1402480208"/>
                    </a:ext>
                  </a:extLst>
                </a:gridCol>
                <a:gridCol w="4984017">
                  <a:extLst>
                    <a:ext uri="{9D8B030D-6E8A-4147-A177-3AD203B41FA5}">
                      <a16:colId xmlns:a16="http://schemas.microsoft.com/office/drawing/2014/main" val="4261842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07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232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AA739476-B8B9-4E61-9632-E8B6C3FF6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016" y="1597889"/>
            <a:ext cx="6376589" cy="385722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A8C0E13-5373-4AB3-98B5-D6704F2678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05" y="1597889"/>
            <a:ext cx="5450091" cy="3857228"/>
          </a:xfrm>
          <a:prstGeom prst="rect">
            <a:avLst/>
          </a:prstGeom>
        </p:spPr>
      </p:pic>
      <p:graphicFrame>
        <p:nvGraphicFramePr>
          <p:cNvPr id="5" name="表格 18">
            <a:extLst>
              <a:ext uri="{FF2B5EF4-FFF2-40B4-BE49-F238E27FC236}">
                <a16:creationId xmlns:a16="http://schemas.microsoft.com/office/drawing/2014/main" id="{90F4A553-8488-4FDA-B6F6-B9C8ED31B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5336476"/>
              </p:ext>
            </p:extLst>
          </p:nvPr>
        </p:nvGraphicFramePr>
        <p:xfrm>
          <a:off x="175016" y="5455117"/>
          <a:ext cx="118266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19748">
                  <a:extLst>
                    <a:ext uri="{9D8B030D-6E8A-4147-A177-3AD203B41FA5}">
                      <a16:colId xmlns:a16="http://schemas.microsoft.com/office/drawing/2014/main" val="1402480208"/>
                    </a:ext>
                  </a:extLst>
                </a:gridCol>
                <a:gridCol w="5406932">
                  <a:extLst>
                    <a:ext uri="{9D8B030D-6E8A-4147-A177-3AD203B41FA5}">
                      <a16:colId xmlns:a16="http://schemas.microsoft.com/office/drawing/2014/main" val="4261842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07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0832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C83F75B-46E3-40DE-BA55-C0DEB96E2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9906" y="1603410"/>
            <a:ext cx="8652187" cy="365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727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7EEC415-ADA4-47E1-8DDC-4F1DF755F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91" y="2032860"/>
            <a:ext cx="10926618" cy="334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538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77E0C6B-5702-4879-A1D9-3BF39AFD4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054" y="1830529"/>
            <a:ext cx="10741891" cy="371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31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B7D3550-C516-4D79-8C3C-36F96CA16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9" y="2523776"/>
            <a:ext cx="5514325" cy="18104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ED2D1DA-4F69-41F3-A663-D0A4177773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987" y="3384055"/>
            <a:ext cx="2986577" cy="18151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AE6E67-8E50-48D5-B4F7-9391C4DA6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4987" y="1245126"/>
            <a:ext cx="5895238" cy="200952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C943800-4012-4087-AFD1-57D131EF8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2606" y="3355774"/>
            <a:ext cx="3014155" cy="181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13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DD95F54-7AFE-4D41-B1DD-8D3003FA3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697" y="1042810"/>
            <a:ext cx="8544605" cy="4772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44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9FD8A6D-1074-40D2-B1E5-C5B7D461C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190" y="2307941"/>
            <a:ext cx="9847619" cy="2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786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68F6854-F0BD-401C-B3A2-30A19EC8D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691" y="1685716"/>
            <a:ext cx="10926618" cy="3985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239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8FF680-11D7-4CAF-8686-76CC8B401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190" y="833762"/>
            <a:ext cx="11447619" cy="5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8287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5534CB7-8653-4559-B305-313127ACC6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91" y="1720787"/>
            <a:ext cx="9254852" cy="34164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34327A2-40E2-41C7-8197-CCED24BB0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316" y="3578098"/>
            <a:ext cx="2066667" cy="6476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650DE33-9255-4C3F-BC0B-2F1F6103B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6840" y="4480069"/>
            <a:ext cx="2047619" cy="65714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B0B93B6-57C9-4D62-ACA4-872366A53D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5887" y="1726539"/>
            <a:ext cx="2009524" cy="6952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E9E0CA5-E90B-46A9-8205-AB909589B4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5887" y="2676128"/>
            <a:ext cx="2009524" cy="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607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295C685B-CC48-4701-AAB9-EF8F74DA33F8}"/>
              </a:ext>
            </a:extLst>
          </p:cNvPr>
          <p:cNvGrpSpPr/>
          <p:nvPr/>
        </p:nvGrpSpPr>
        <p:grpSpPr>
          <a:xfrm>
            <a:off x="236363" y="1921163"/>
            <a:ext cx="5558653" cy="3050667"/>
            <a:chOff x="416074" y="1609078"/>
            <a:chExt cx="6632199" cy="363984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4442EA1-AF87-4774-86BA-824F2CAFC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6074" y="2409876"/>
              <a:ext cx="6632199" cy="2521107"/>
            </a:xfrm>
            <a:prstGeom prst="rect">
              <a:avLst/>
            </a:prstGeom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B80DA99F-5FF2-46FC-A910-41C96F7D7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6531" y="1609078"/>
              <a:ext cx="3191423" cy="3639844"/>
            </a:xfrm>
            <a:prstGeom prst="rect">
              <a:avLst/>
            </a:prstGeom>
          </p:spPr>
        </p:pic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27721F90-977F-4884-91FB-AF130C88AF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0622" y="2074070"/>
            <a:ext cx="5795015" cy="2709859"/>
          </a:xfrm>
          <a:prstGeom prst="rect">
            <a:avLst/>
          </a:prstGeom>
        </p:spPr>
      </p:pic>
      <p:graphicFrame>
        <p:nvGraphicFramePr>
          <p:cNvPr id="8" name="表格 18">
            <a:extLst>
              <a:ext uri="{FF2B5EF4-FFF2-40B4-BE49-F238E27FC236}">
                <a16:creationId xmlns:a16="http://schemas.microsoft.com/office/drawing/2014/main" id="{B832400C-9F47-49EB-92C0-2D33F1C63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236736"/>
              </p:ext>
            </p:extLst>
          </p:nvPr>
        </p:nvGraphicFramePr>
        <p:xfrm>
          <a:off x="236362" y="4971830"/>
          <a:ext cx="11719275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8038">
                  <a:extLst>
                    <a:ext uri="{9D8B030D-6E8A-4147-A177-3AD203B41FA5}">
                      <a16:colId xmlns:a16="http://schemas.microsoft.com/office/drawing/2014/main" val="1402480208"/>
                    </a:ext>
                  </a:extLst>
                </a:gridCol>
                <a:gridCol w="5961237">
                  <a:extLst>
                    <a:ext uri="{9D8B030D-6E8A-4147-A177-3AD203B41FA5}">
                      <a16:colId xmlns:a16="http://schemas.microsoft.com/office/drawing/2014/main" val="4261842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(a)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(b)</a:t>
                      </a:r>
                      <a:endParaRPr lang="zh-CN" altLang="en-US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072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8398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5FBDE45-A10E-4F90-9B58-4293B1829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00" y="1829476"/>
            <a:ext cx="9245600" cy="319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166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4689</TotalTime>
  <Words>104</Words>
  <Application>Microsoft Office PowerPoint</Application>
  <PresentationFormat>宽屏</PresentationFormat>
  <Paragraphs>54</Paragraphs>
  <Slides>21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等线</vt:lpstr>
      <vt:lpstr>等线 Light</vt:lpstr>
      <vt:lpstr>Arial</vt:lpstr>
      <vt:lpstr>Times New Roman</vt:lpstr>
      <vt:lpstr>Office 主题​​</vt:lpstr>
      <vt:lpstr>毕业论文插图画布</vt:lpstr>
      <vt:lpstr>第一章</vt:lpstr>
      <vt:lpstr>PowerPoint 演示文稿</vt:lpstr>
      <vt:lpstr>PowerPoint 演示文稿</vt:lpstr>
      <vt:lpstr>第二章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毕业论文插图画布</dc:title>
  <dc:creator>高 宜琛</dc:creator>
  <cp:lastModifiedBy>高 宜琛</cp:lastModifiedBy>
  <cp:revision>36</cp:revision>
  <dcterms:created xsi:type="dcterms:W3CDTF">2020-03-27T11:40:13Z</dcterms:created>
  <dcterms:modified xsi:type="dcterms:W3CDTF">2020-04-06T16:11:38Z</dcterms:modified>
</cp:coreProperties>
</file>