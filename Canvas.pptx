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31" autoAdjust="0"/>
    <p:restoredTop sz="94660"/>
  </p:normalViewPr>
  <p:slideViewPr>
    <p:cSldViewPr snapToGrid="0">
      <p:cViewPr varScale="1">
        <p:scale>
          <a:sx n="87" d="100"/>
          <a:sy n="87" d="100"/>
        </p:scale>
        <p:origin x="10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D0F668-B3D7-4D8B-9E28-73271851CF3B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B875F-EA19-4B1C-A9FF-1E06750057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8124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</a:t>
            </a:r>
            <a:r>
              <a:rPr lang="en-US" altLang="zh-CN" dirty="0"/>
              <a:t>1.1 </a:t>
            </a:r>
            <a:r>
              <a:rPr lang="zh-CN" altLang="en-US" dirty="0"/>
              <a:t>素材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5B875F-EA19-4B1C-A9FF-1E067500577F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27172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</a:t>
            </a:r>
            <a:r>
              <a:rPr lang="en-US" altLang="zh-CN" dirty="0"/>
              <a:t>1.1 </a:t>
            </a:r>
            <a:r>
              <a:rPr lang="zh-CN" altLang="en-US"/>
              <a:t>图片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5B875F-EA19-4B1C-A9FF-1E067500577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4715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393A5-66FB-4B17-9AC6-2AAEEAD16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959670-ACDD-44EF-8C88-7615A39E5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202DFA-16C3-4496-B1E4-163139254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1E185B-5997-4D5F-B74B-D5A934311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0D1589-E929-4E78-A8A7-8F21BB9CE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320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6843F-F03B-4416-8318-352DA50D1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CBAF4A-913B-4F0E-B39F-638BA9584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F17203-222E-428F-A152-F8D70E5F1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641179-ECB0-44EC-8DD8-8ABA7AC00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A2BFC-8592-46B0-BD14-EF6CC492B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69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1D2765-62D2-46EF-9C79-F2D4C5476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11FD95B-9086-488C-ACA0-6516375F2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956A3A-666D-49E7-BDFC-2002BE0B8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ED149B-DF3F-4831-9F5D-9DC602736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12D671-B7DE-415B-8546-86A521EA7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6806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968A04-2810-4181-9FA0-FA987123D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245260-9964-4983-8CE3-20D4F3DBD8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738F5D1-BE5D-4032-80ED-2DA910647B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834679C-7C96-4A6E-B1DF-FCD3C29E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F6BFAD-C518-49B7-B2F4-E8A8875FA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3D7C7C-0256-4945-B797-7015981F4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265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6B4A8-CBC8-41C3-9556-61DEEC6EA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F834FF2-C67B-46C7-95F7-DCEE7C58E4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3923AF-5300-4314-B8AD-432E20C169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C51D25-C848-478A-AB6B-9F6249AD2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3F55848-3246-4DF5-B19D-1E187D0EF9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794ADE2-9ED0-4E1D-9A7A-6EE012FB9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7E38D9-84BA-4242-9C40-873D6B503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765D1DB-F95C-487E-AB7E-BE8CD2E47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7221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9580BE-4573-4EFA-991F-ED2AC35F3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648384-5ECE-4055-B000-52348852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6AD61DE-1F29-4849-82A2-FACEF28FA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9E7173A-420A-49E3-9AC0-422F143E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3429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1461E1B-6FE1-4E43-9696-A04EAF3E7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99D034F-7C3B-4BE2-8E48-F452FC6B9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4C47B13-72F4-494C-ADEB-59D3A693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6731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84E20D-0F50-42D1-B81C-E43415C8D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CE531D-243F-43F9-B9AC-1A9A2EA5A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CCB827-2D32-4A2A-8629-758BF2CD3F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43BD436-8ED1-45E5-A3B3-838F550D7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53CF9C-E5FB-4963-98BB-7B81A1CD0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BE3CC2D-EF1C-45BA-AC17-C2853FC6C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550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820814-D143-43B0-8B7E-9B2C7D13A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4610F9-5857-41F9-97BD-CD28F15FD9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AFF6C93-F8CD-4066-A00D-346EEB44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FF484B-74A3-4A51-98AA-C8FAD0FCA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2FA968-D2FD-4774-8C97-E422082ED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0729CCB-1AE6-4A41-9772-3A6574D1C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114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73340-3C6E-4188-9403-A97244BEB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D6D0AF0-2067-4CAE-A83D-C9818EFABA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7E8958-FB71-4CF0-99A5-5F00C460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6C962D-F7D2-4542-A37A-8482438A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38B1C4-7D3C-45D5-B5E4-B0B282CF1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9998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7E4D97E-8A74-4EB4-86AB-2018C4111D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222CBDB-FD4F-488D-A9BA-1A69CB607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D453AE-B03B-4529-AFA1-2A47AF8D3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419F19-07AA-4F3A-AB7C-93404F471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EF6F0A2-64E8-4276-9322-BA92F55B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877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5078754-06ED-4939-9CAA-0767BC92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8A94CC-39F2-4477-A7E5-0F5111F05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48762E-0349-40B2-8DA7-4D5BE3CB9E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5271C5-F508-4167-BA6A-4FA412771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5A2A2A-1D5B-486E-A8A5-7F3CD96BF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57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971B1B-AF6C-4A78-A275-CD435BB410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毕业论文插图画布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78B939-8A6A-4C3E-BF3E-09E0921C29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高宜琛</a:t>
            </a:r>
            <a:endParaRPr lang="en-US" altLang="zh-CN" dirty="0"/>
          </a:p>
          <a:p>
            <a:r>
              <a:rPr lang="en-US" altLang="zh-CN" dirty="0"/>
              <a:t>2020 03 27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4586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95290172-98DC-465C-9B95-96722EEB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第一章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50CA8F9D-DB1D-4C9B-837B-0505C0057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5294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FDD2CBB-9079-4DF9-93B9-50924DF8E6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375"/>
          <a:stretch/>
        </p:blipFill>
        <p:spPr bwMode="auto">
          <a:xfrm>
            <a:off x="4274754" y="2144764"/>
            <a:ext cx="3950678" cy="2055874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62E61CF-404C-4038-9863-503C3E5AAB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25" b="262"/>
          <a:stretch/>
        </p:blipFill>
        <p:spPr>
          <a:xfrm>
            <a:off x="8476239" y="795310"/>
            <a:ext cx="2877561" cy="497045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A67048C-D00C-44C7-AC55-79CE819C97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386" y="797091"/>
            <a:ext cx="2877561" cy="496867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graphicFrame>
        <p:nvGraphicFramePr>
          <p:cNvPr id="18" name="表格 18">
            <a:extLst>
              <a:ext uri="{FF2B5EF4-FFF2-40B4-BE49-F238E27FC236}">
                <a16:creationId xmlns:a16="http://schemas.microsoft.com/office/drawing/2014/main" id="{3DD01044-40D6-4543-8A8D-FE3D6348F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243231"/>
              </p:ext>
            </p:extLst>
          </p:nvPr>
        </p:nvGraphicFramePr>
        <p:xfrm>
          <a:off x="1146386" y="5914283"/>
          <a:ext cx="1020741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4771">
                  <a:extLst>
                    <a:ext uri="{9D8B030D-6E8A-4147-A177-3AD203B41FA5}">
                      <a16:colId xmlns:a16="http://schemas.microsoft.com/office/drawing/2014/main" val="1402480208"/>
                    </a:ext>
                  </a:extLst>
                </a:gridCol>
                <a:gridCol w="4450814">
                  <a:extLst>
                    <a:ext uri="{9D8B030D-6E8A-4147-A177-3AD203B41FA5}">
                      <a16:colId xmlns:a16="http://schemas.microsoft.com/office/drawing/2014/main" val="4261842004"/>
                    </a:ext>
                  </a:extLst>
                </a:gridCol>
                <a:gridCol w="2881828">
                  <a:extLst>
                    <a:ext uri="{9D8B030D-6E8A-4147-A177-3AD203B41FA5}">
                      <a16:colId xmlns:a16="http://schemas.microsoft.com/office/drawing/2014/main" val="27258931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(a)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(b)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(c)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07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239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ACA711A-6189-4AA9-9B17-95C2861A3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64" y="630693"/>
            <a:ext cx="10236071" cy="5596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18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26</Words>
  <Application>Microsoft Office PowerPoint</Application>
  <PresentationFormat>宽屏</PresentationFormat>
  <Paragraphs>11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Times New Roman</vt:lpstr>
      <vt:lpstr>Office 主题​​</vt:lpstr>
      <vt:lpstr>毕业论文插图画布</vt:lpstr>
      <vt:lpstr>第一章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毕业论文插图画布</dc:title>
  <dc:creator>高 宜琛</dc:creator>
  <cp:lastModifiedBy>高 宜琛</cp:lastModifiedBy>
  <cp:revision>5</cp:revision>
  <dcterms:created xsi:type="dcterms:W3CDTF">2020-03-27T11:40:13Z</dcterms:created>
  <dcterms:modified xsi:type="dcterms:W3CDTF">2020-03-27T12:17:29Z</dcterms:modified>
</cp:coreProperties>
</file>