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E333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21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F18F04-DDDC-449A-B6AA-BFE2912602A6}" type="datetimeFigureOut">
              <a:rPr lang="zh-CN" altLang="en-US" smtClean="0"/>
              <a:t>2020/5/24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17E9E3-E312-45B5-A28E-E95191020CB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94217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658E67-67AD-4987-8CBD-2FF45695C079}" type="datetimeFigureOut">
              <a:rPr lang="zh-CN" altLang="en-US" smtClean="0"/>
              <a:t>2020/5/24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B057F-C0CF-41D0-B7A5-324B0EF238B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29878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658E67-67AD-4987-8CBD-2FF45695C079}" type="datetimeFigureOut">
              <a:rPr lang="zh-CN" altLang="en-US" smtClean="0"/>
              <a:t>2020/5/24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B057F-C0CF-41D0-B7A5-324B0EF238B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998211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658E67-67AD-4987-8CBD-2FF45695C079}" type="datetimeFigureOut">
              <a:rPr lang="zh-CN" altLang="en-US" smtClean="0"/>
              <a:t>2020/5/24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B057F-C0CF-41D0-B7A5-324B0EF238B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47146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658E67-67AD-4987-8CBD-2FF45695C079}" type="datetimeFigureOut">
              <a:rPr lang="zh-CN" altLang="en-US" smtClean="0"/>
              <a:t>2020/5/24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B057F-C0CF-41D0-B7A5-324B0EF238B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530427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658E67-67AD-4987-8CBD-2FF45695C079}" type="datetimeFigureOut">
              <a:rPr lang="zh-CN" altLang="en-US" smtClean="0"/>
              <a:t>2020/5/24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B057F-C0CF-41D0-B7A5-324B0EF238B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66653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658E67-67AD-4987-8CBD-2FF45695C079}" type="datetimeFigureOut">
              <a:rPr lang="zh-CN" altLang="en-US" smtClean="0"/>
              <a:t>2020/5/24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B057F-C0CF-41D0-B7A5-324B0EF238B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536733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658E67-67AD-4987-8CBD-2FF45695C079}" type="datetimeFigureOut">
              <a:rPr lang="zh-CN" altLang="en-US" smtClean="0"/>
              <a:t>2020/5/24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B057F-C0CF-41D0-B7A5-324B0EF238B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4358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658E67-67AD-4987-8CBD-2FF45695C079}" type="datetimeFigureOut">
              <a:rPr lang="zh-CN" altLang="en-US" smtClean="0"/>
              <a:t>2020/5/24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B057F-C0CF-41D0-B7A5-324B0EF238B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44795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658E67-67AD-4987-8CBD-2FF45695C079}" type="datetimeFigureOut">
              <a:rPr lang="zh-CN" altLang="en-US" smtClean="0"/>
              <a:t>2020/5/24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B057F-C0CF-41D0-B7A5-324B0EF238B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103682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658E67-67AD-4987-8CBD-2FF45695C079}" type="datetimeFigureOut">
              <a:rPr lang="zh-CN" altLang="en-US" smtClean="0"/>
              <a:t>2020/5/24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B057F-C0CF-41D0-B7A5-324B0EF238B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62522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658E67-67AD-4987-8CBD-2FF45695C079}" type="datetimeFigureOut">
              <a:rPr lang="zh-CN" altLang="en-US" smtClean="0"/>
              <a:t>2020/5/24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B057F-C0CF-41D0-B7A5-324B0EF238B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726292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0658E67-67AD-4987-8CBD-2FF45695C079}" type="datetimeFigureOut">
              <a:rPr lang="zh-CN" altLang="en-US" smtClean="0"/>
              <a:t>2020/5/24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0B057F-C0CF-41D0-B7A5-324B0EF238B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40238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7AC6FD4-3084-494B-821D-D119D14984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14500"/>
            <a:ext cx="9144000" cy="5143500"/>
          </a:xfrm>
          <a:prstGeom prst="rect">
            <a:avLst/>
          </a:prstGeom>
        </p:spPr>
      </p:pic>
      <p:pic>
        <p:nvPicPr>
          <p:cNvPr id="60" name="图片 59">
            <a:extLst>
              <a:ext uri="{FF2B5EF4-FFF2-40B4-BE49-F238E27FC236}">
                <a16:creationId xmlns:a16="http://schemas.microsoft.com/office/drawing/2014/main" id="{3C9B5446-394F-4606-B99F-610B8606EA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3219" y="752783"/>
            <a:ext cx="2877561" cy="847417"/>
          </a:xfrm>
          <a:prstGeom prst="rect">
            <a:avLst/>
          </a:prstGeom>
        </p:spPr>
      </p:pic>
      <p:sp>
        <p:nvSpPr>
          <p:cNvPr id="61" name="矩形 60">
            <a:extLst>
              <a:ext uri="{FF2B5EF4-FFF2-40B4-BE49-F238E27FC236}">
                <a16:creationId xmlns:a16="http://schemas.microsoft.com/office/drawing/2014/main" id="{6DE6AEE3-E897-4C4A-B827-6376E0A19F0D}"/>
              </a:ext>
            </a:extLst>
          </p:cNvPr>
          <p:cNvSpPr/>
          <p:nvPr/>
        </p:nvSpPr>
        <p:spPr>
          <a:xfrm>
            <a:off x="344977" y="2389562"/>
            <a:ext cx="8454044" cy="707886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zh-CN" altLang="en-US" sz="4000" b="1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+mn-ea"/>
                <a:sym typeface="Arial" panose="020B0604020202020204" pitchFamily="34" charset="0"/>
              </a:rPr>
              <a:t>矢量中文字库的自动生成与压缩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47BDFD1F-FD13-4348-9EE7-7C3C99C65B41}"/>
              </a:ext>
            </a:extLst>
          </p:cNvPr>
          <p:cNvSpPr/>
          <p:nvPr/>
        </p:nvSpPr>
        <p:spPr>
          <a:xfrm>
            <a:off x="344977" y="3211748"/>
            <a:ext cx="8454044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defTabSz="914400">
              <a:defRPr/>
            </a:pPr>
            <a:r>
              <a:rPr lang="en-US" altLang="zh-CN" sz="2000" dirty="0">
                <a:solidFill>
                  <a:prstClr val="white">
                    <a:lumMod val="50000"/>
                  </a:prstClr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+mn-ea"/>
                <a:sym typeface="Arial" panose="020B0604020202020204" pitchFamily="34" charset="0"/>
              </a:rPr>
              <a:t>RESEARCHES ON AUTOMATIC GENERATION AND COMPRESSION OF CHINESE VECTOR FONTS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Arial" panose="020B0604020202020204" pitchFamily="34" charset="0"/>
              <a:ea typeface="Microsoft YaHei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grpSp>
        <p:nvGrpSpPr>
          <p:cNvPr id="63" name="组合 62">
            <a:extLst>
              <a:ext uri="{FF2B5EF4-FFF2-40B4-BE49-F238E27FC236}">
                <a16:creationId xmlns:a16="http://schemas.microsoft.com/office/drawing/2014/main" id="{1204494B-37FE-4A23-B2DC-490C88B61B6F}"/>
              </a:ext>
            </a:extLst>
          </p:cNvPr>
          <p:cNvGrpSpPr/>
          <p:nvPr/>
        </p:nvGrpSpPr>
        <p:grpSpPr>
          <a:xfrm>
            <a:off x="1169488" y="5129227"/>
            <a:ext cx="7303951" cy="369332"/>
            <a:chOff x="1977444" y="6373313"/>
            <a:chExt cx="8843749" cy="369332"/>
          </a:xfrm>
        </p:grpSpPr>
        <p:sp>
          <p:nvSpPr>
            <p:cNvPr id="64" name="文本框 63">
              <a:extLst>
                <a:ext uri="{FF2B5EF4-FFF2-40B4-BE49-F238E27FC236}">
                  <a16:creationId xmlns:a16="http://schemas.microsoft.com/office/drawing/2014/main" id="{F7A07E6E-F32A-4641-913F-A37808A133A5}"/>
                </a:ext>
              </a:extLst>
            </p:cNvPr>
            <p:cNvSpPr txBox="1"/>
            <p:nvPr/>
          </p:nvSpPr>
          <p:spPr>
            <a:xfrm>
              <a:off x="1977444" y="6373313"/>
              <a:ext cx="303610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solidFill>
                    <a:srgbClr val="222A35"/>
                  </a:solidFill>
                  <a:latin typeface="Arial" panose="020B0604020202020204" pitchFamily="34" charset="0"/>
                  <a:ea typeface="Microsoft YaHei" panose="020B0503020204020204" pitchFamily="34" charset="-122"/>
                  <a:cs typeface="+mn-ea"/>
                  <a:sym typeface="Arial" panose="020B0604020202020204" pitchFamily="34" charset="0"/>
                </a:rPr>
                <a:t>答辩人：高宜琛</a:t>
              </a:r>
            </a:p>
          </p:txBody>
        </p:sp>
        <p:sp>
          <p:nvSpPr>
            <p:cNvPr id="65" name="文本框 64">
              <a:extLst>
                <a:ext uri="{FF2B5EF4-FFF2-40B4-BE49-F238E27FC236}">
                  <a16:creationId xmlns:a16="http://schemas.microsoft.com/office/drawing/2014/main" id="{461AA24C-52E3-45B4-94E6-5E4F2E649717}"/>
                </a:ext>
              </a:extLst>
            </p:cNvPr>
            <p:cNvSpPr txBox="1"/>
            <p:nvPr/>
          </p:nvSpPr>
          <p:spPr>
            <a:xfrm>
              <a:off x="4577946" y="6373313"/>
              <a:ext cx="303610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dirty="0">
                  <a:solidFill>
                    <a:srgbClr val="222A35"/>
                  </a:solidFill>
                  <a:latin typeface="Arial" panose="020B0604020202020204" pitchFamily="34" charset="0"/>
                  <a:ea typeface="Microsoft YaHei" panose="020B0503020204020204" pitchFamily="34" charset="-122"/>
                  <a:cs typeface="+mn-ea"/>
                  <a:sym typeface="Arial" panose="020B0604020202020204" pitchFamily="34" charset="0"/>
                </a:rPr>
                <a:t>导师：唐英敏</a:t>
              </a:r>
            </a:p>
          </p:txBody>
        </p:sp>
        <p:sp>
          <p:nvSpPr>
            <p:cNvPr id="66" name="文本框 65">
              <a:extLst>
                <a:ext uri="{FF2B5EF4-FFF2-40B4-BE49-F238E27FC236}">
                  <a16:creationId xmlns:a16="http://schemas.microsoft.com/office/drawing/2014/main" id="{2DDC0D3D-E776-4901-B1F9-A57D8CC35565}"/>
                </a:ext>
              </a:extLst>
            </p:cNvPr>
            <p:cNvSpPr txBox="1"/>
            <p:nvPr/>
          </p:nvSpPr>
          <p:spPr>
            <a:xfrm>
              <a:off x="7614054" y="6373313"/>
              <a:ext cx="320713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zh-CN" altLang="en-US" dirty="0">
                  <a:solidFill>
                    <a:srgbClr val="222A35"/>
                  </a:solidFill>
                  <a:latin typeface="Arial" panose="020B0604020202020204" pitchFamily="34" charset="0"/>
                  <a:ea typeface="Microsoft YaHei" panose="020B0503020204020204" pitchFamily="34" charset="-122"/>
                  <a:cs typeface="+mn-ea"/>
                  <a:sym typeface="Arial" panose="020B0604020202020204" pitchFamily="34" charset="0"/>
                </a:rPr>
                <a:t>专业：计算机应用技术</a:t>
              </a:r>
            </a:p>
          </p:txBody>
        </p:sp>
      </p:grpSp>
      <p:sp>
        <p:nvSpPr>
          <p:cNvPr id="77" name="任意多边形: 形状 76">
            <a:extLst>
              <a:ext uri="{FF2B5EF4-FFF2-40B4-BE49-F238E27FC236}">
                <a16:creationId xmlns:a16="http://schemas.microsoft.com/office/drawing/2014/main" id="{F9A5D609-7BF6-46CA-A41B-B59D917E76CF}"/>
              </a:ext>
            </a:extLst>
          </p:cNvPr>
          <p:cNvSpPr/>
          <p:nvPr/>
        </p:nvSpPr>
        <p:spPr>
          <a:xfrm>
            <a:off x="1511516" y="4281220"/>
            <a:ext cx="6118879" cy="45719"/>
          </a:xfrm>
          <a:custGeom>
            <a:avLst/>
            <a:gdLst>
              <a:gd name="connsiteX0" fmla="*/ 3158499 w 6118879"/>
              <a:gd name="connsiteY0" fmla="*/ 0 h 45719"/>
              <a:gd name="connsiteX1" fmla="*/ 6118879 w 6118879"/>
              <a:gd name="connsiteY1" fmla="*/ 0 h 45719"/>
              <a:gd name="connsiteX2" fmla="*/ 6118879 w 6118879"/>
              <a:gd name="connsiteY2" fmla="*/ 45719 h 45719"/>
              <a:gd name="connsiteX3" fmla="*/ 3158499 w 6118879"/>
              <a:gd name="connsiteY3" fmla="*/ 45719 h 45719"/>
              <a:gd name="connsiteX4" fmla="*/ 0 w 6118879"/>
              <a:gd name="connsiteY4" fmla="*/ 0 h 45719"/>
              <a:gd name="connsiteX5" fmla="*/ 2960379 w 6118879"/>
              <a:gd name="connsiteY5" fmla="*/ 0 h 45719"/>
              <a:gd name="connsiteX6" fmla="*/ 2960379 w 6118879"/>
              <a:gd name="connsiteY6" fmla="*/ 45719 h 45719"/>
              <a:gd name="connsiteX7" fmla="*/ 0 w 6118879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118879" h="45719">
                <a:moveTo>
                  <a:pt x="3158499" y="0"/>
                </a:moveTo>
                <a:lnTo>
                  <a:pt x="6118879" y="0"/>
                </a:lnTo>
                <a:lnTo>
                  <a:pt x="6118879" y="45719"/>
                </a:lnTo>
                <a:lnTo>
                  <a:pt x="3158499" y="45719"/>
                </a:lnTo>
                <a:close/>
                <a:moveTo>
                  <a:pt x="0" y="0"/>
                </a:moveTo>
                <a:lnTo>
                  <a:pt x="2960379" y="0"/>
                </a:lnTo>
                <a:lnTo>
                  <a:pt x="2960379" y="45719"/>
                </a:lnTo>
                <a:lnTo>
                  <a:pt x="0" y="45719"/>
                </a:lnTo>
                <a:close/>
              </a:path>
            </a:pathLst>
          </a:custGeom>
          <a:solidFill>
            <a:srgbClr val="AE33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菱形 77">
            <a:extLst>
              <a:ext uri="{FF2B5EF4-FFF2-40B4-BE49-F238E27FC236}">
                <a16:creationId xmlns:a16="http://schemas.microsoft.com/office/drawing/2014/main" id="{1EFC5749-C6F6-4FC6-B358-392C47D4951B}"/>
              </a:ext>
            </a:extLst>
          </p:cNvPr>
          <p:cNvSpPr/>
          <p:nvPr/>
        </p:nvSpPr>
        <p:spPr>
          <a:xfrm>
            <a:off x="4524788" y="4254162"/>
            <a:ext cx="92333" cy="92333"/>
          </a:xfrm>
          <a:prstGeom prst="diamond">
            <a:avLst/>
          </a:prstGeom>
          <a:solidFill>
            <a:srgbClr val="AE33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67189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</TotalTime>
  <Words>31</Words>
  <Application>Microsoft Office PowerPoint</Application>
  <PresentationFormat>全屏显示(4:3)</PresentationFormat>
  <Paragraphs>5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等线</vt:lpstr>
      <vt:lpstr>Arial</vt:lpstr>
      <vt:lpstr>Calibri</vt:lpstr>
      <vt:lpstr>Calibri Light</vt:lpstr>
      <vt:lpstr>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1701214047_高宜琛_矢量中文字库的自动生成与压缩</dc:title>
  <dc:creator>YCIrving</dc:creator>
  <cp:keywords>北京大学硕士研究生学位论文答辩PPT</cp:keywords>
  <cp:lastModifiedBy>lenovo</cp:lastModifiedBy>
  <cp:revision>5</cp:revision>
  <dcterms:created xsi:type="dcterms:W3CDTF">2020-05-24T13:09:38Z</dcterms:created>
  <dcterms:modified xsi:type="dcterms:W3CDTF">2020-05-24T13:41:55Z</dcterms:modified>
</cp:coreProperties>
</file>